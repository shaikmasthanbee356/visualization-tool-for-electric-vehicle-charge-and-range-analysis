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Visualization Tool for Electric Vehicle</a:t>
            </a:r>
          </a:p>
          <a:p>
            <a:r>
              <a:t>Charge and Range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Python-based Data Visualization</a:t>
            </a:r>
          </a:p>
          <a:p>
            <a:r>
              <a:t>Using Matplotlib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Electric Vehicles (EVs) rely on battery charge and driving range.</a:t>
            </a:r>
          </a:p>
          <a:p/>
          <a:p>
            <a:r>
              <a:t>This visualization tool helps to:</a:t>
            </a:r>
          </a:p>
          <a:p>
            <a:r>
              <a:t>• Analyze battery charge over time</a:t>
            </a:r>
          </a:p>
          <a:p>
            <a:r>
              <a:t>• Estimate driving range</a:t>
            </a:r>
          </a:p>
          <a:p>
            <a:r>
              <a:t>• Support better energy and trip planning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Data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Time (hours): 0, 1, 2, 3, 4, 5</a:t>
            </a:r>
          </a:p>
          <a:p>
            <a:r>
              <a:t>Battery Percentage (%): 100, 90, 80, 70, 60, 50</a:t>
            </a:r>
          </a:p>
          <a:p>
            <a:r>
              <a:t>Driving Range (km): 400, 360, 320, 280, 240, 200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Programming Language: Python</a:t>
            </a:r>
          </a:p>
          <a:p/>
          <a:p>
            <a:r>
              <a:t>Libraries Used:</a:t>
            </a:r>
          </a:p>
          <a:p>
            <a:r>
              <a:t>• Matplotlib – for plotting graphs</a:t>
            </a:r>
          </a:p>
          <a:p>
            <a:r>
              <a:t>• NumPy (optional) – for data handling</a:t>
            </a:r>
          </a:p>
          <a:p/>
          <a:p>
            <a:r>
              <a:t>Graphs Generated:</a:t>
            </a:r>
          </a:p>
          <a:p>
            <a:r>
              <a:t>• Battery Charge vs Time</a:t>
            </a:r>
          </a:p>
          <a:p>
            <a:r>
              <a:t>• Driving Range vs 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Code (Core Logic)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matplotlib.pyplot as plt</a:t>
            </a:r>
          </a:p>
          <a:p/>
          <a:p>
            <a:r>
              <a:t>time_hours = [0,1,2,3,4,5]</a:t>
            </a:r>
          </a:p>
          <a:p>
            <a:r>
              <a:t>battery_percentage = [100,90,80,70,60,50]</a:t>
            </a:r>
          </a:p>
          <a:p>
            <a:r>
              <a:t>range_km = [400,360,320,280,240,200]</a:t>
            </a:r>
          </a:p>
          <a:p/>
          <a:p>
            <a:r>
              <a:t>plt.plot(time_hours, battery_percentage)</a:t>
            </a:r>
          </a:p>
          <a:p>
            <a:r>
              <a:t>plt.show()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Line graph showing battery charge decreasing over time</a:t>
            </a:r>
          </a:p>
          <a:p>
            <a:r>
              <a:t>• Line graph showing driving range reduction</a:t>
            </a:r>
          </a:p>
          <a:p/>
          <a:p>
            <a:r>
              <a:t>These visualizations help understand EV performance clearly.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EV performance monitoring</a:t>
            </a:r>
          </a:p>
          <a:p>
            <a:r>
              <a:t>• Trip and route planning</a:t>
            </a:r>
          </a:p>
          <a:p>
            <a:r>
              <a:t>• Battery health analysis</a:t>
            </a:r>
          </a:p>
          <a:p>
            <a:r>
              <a:t>• Academic projects and presentations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visualization tools make EV charge and range analysis simple.</a:t>
            </a:r>
          </a:p>
          <a:p/>
          <a:p>
            <a:r>
              <a:t>This approach can be extended using real-time data, dashboards, and advanced analytics.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